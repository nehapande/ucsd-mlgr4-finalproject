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23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1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5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7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3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3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5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8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138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2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29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75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84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5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45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1838178"/>
          </a:xfrm>
        </p:spPr>
        <p:txBody>
          <a:bodyPr>
            <a:normAutofit/>
          </a:bodyPr>
          <a:lstStyle/>
          <a:p>
            <a:r>
              <a:rPr dirty="0"/>
              <a:t>Obesity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913794" y="2695576"/>
            <a:ext cx="5934950" cy="2818960"/>
          </a:xfrm>
        </p:spPr>
        <p:txBody>
          <a:bodyPr>
            <a:normAutofit/>
          </a:bodyPr>
          <a:lstStyle/>
          <a:p>
            <a:r>
              <a:rPr dirty="0"/>
              <a:t>Leveraging lifestyle data to estimate obesity levels and support public health initiatives.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AAI 510 IN2 Module 7</a:t>
            </a:r>
          </a:p>
          <a:p>
            <a:r>
              <a:rPr lang="en-US" dirty="0"/>
              <a:t>Team 4</a:t>
            </a:r>
          </a:p>
          <a:p>
            <a:r>
              <a:rPr lang="en-US" dirty="0"/>
              <a:t>Neha Pandey, </a:t>
            </a:r>
            <a:r>
              <a:rPr lang="en-US" dirty="0" err="1"/>
              <a:t>Aksdeep</a:t>
            </a:r>
            <a:r>
              <a:rPr lang="en-US" dirty="0"/>
              <a:t> Singh, Sanjay Kumar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B09D9-B2F2-8C75-7E4A-7F04C592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BE6C6B-8C1A-EBE2-9D76-EABE9AA18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229" y="1528689"/>
            <a:ext cx="3286125" cy="1781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517336"/>
          </a:xfrm>
        </p:spPr>
        <p:txBody>
          <a:bodyPr/>
          <a:lstStyle/>
          <a:p>
            <a:r>
              <a:t>Obesity is a global concern linked to chronic diseases.</a:t>
            </a:r>
          </a:p>
          <a:p>
            <a:r>
              <a:t>This study uses real and synthetic data to predict obesity levels.</a:t>
            </a:r>
          </a:p>
          <a:p>
            <a:r>
              <a:t>Goal: identify key factors and build accurate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BB0D0-6C86-FB46-26E0-27F28B93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29033-040D-5C7B-9AAB-42E47066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932" y="1804107"/>
            <a:ext cx="3189031" cy="23880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Obesity influenced by genetics, environment, behavior.</a:t>
            </a:r>
          </a:p>
          <a:p>
            <a:r>
              <a:t>Challenge: predict obesity using lifestyle data.</a:t>
            </a:r>
          </a:p>
          <a:p>
            <a:r>
              <a:t>Dataset: mix of real and synthetic data from Kaggle.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F49FC-CFFF-B85E-31DC-E1D02436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5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5936FD-2CFF-65ED-A463-61BE0888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908" y="1742906"/>
            <a:ext cx="3920164" cy="3283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Predictive Models</a:t>
            </a:r>
          </a:p>
          <a:p>
            <a:r>
              <a:t>2. Identify Key Predictors</a:t>
            </a:r>
          </a:p>
          <a:p>
            <a:r>
              <a:t>3. Enhance Public Health Strategies</a:t>
            </a:r>
          </a:p>
          <a:p>
            <a:r>
              <a:t>4. Validate Model Robustness</a:t>
            </a:r>
          </a:p>
          <a:p>
            <a:r>
              <a:t>5. Contribute to Personalized Healthcare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CC9AE-DF8D-7A1B-08F2-0FB6A746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166FF-8D62-865B-C3FE-7D2D32E43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235" y="1838325"/>
            <a:ext cx="3982438" cy="2818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includes Height, Weight, Gender, lifestyle factors.</a:t>
            </a:r>
          </a:p>
          <a:p>
            <a:r>
              <a:t>Target: 7 obesity levels.</a:t>
            </a:r>
          </a:p>
          <a:p>
            <a:r>
              <a:t>Balanced class distribution with synthetic data handling.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B8855-7167-F468-3D3E-5469C948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81BFA8-63EC-065C-9C34-FD038487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607" y="1720584"/>
            <a:ext cx="3181490" cy="2826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Model: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with encoded features.</a:t>
            </a:r>
          </a:p>
          <a:p>
            <a:r>
              <a:t>80-20 split, stratified.</a:t>
            </a:r>
          </a:p>
          <a:p>
            <a:r>
              <a:t>Accuracy ~95.51% with minor misclassifications.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0A27C-9B0F-7A88-0D5E-4611923D8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0DD01D-B970-C9E2-EE80-D9F4441D6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307" y="2096064"/>
            <a:ext cx="4015472" cy="1535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Tuned XGBoost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Added BMI feature.</a:t>
            </a:r>
          </a:p>
          <a:p>
            <a:r>
              <a:t>Hyperparameter tuning with Grid Search (216 combinations).</a:t>
            </a:r>
          </a:p>
          <a:p>
            <a:r>
              <a:t>Accuracy ~98.58%, high precision/recall across classes.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F5BDB-DB85-2F59-F545-F880E4B10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5" name="Picture Placeholder 10">
            <a:extLst>
              <a:ext uri="{FF2B5EF4-FFF2-40B4-BE49-F238E27FC236}">
                <a16:creationId xmlns:a16="http://schemas.microsoft.com/office/drawing/2014/main" id="{D9746540-E592-73D5-D2A6-844B9771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80" y="1732329"/>
            <a:ext cx="2752677" cy="24739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 trees, max depth 10.</a:t>
            </a:r>
          </a:p>
          <a:p>
            <a:r>
              <a:t>Accuracy ~96–97%.</a:t>
            </a:r>
          </a:p>
          <a:p>
            <a:r>
              <a:t>More misclassifications than tuned XGBoost.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F0EBE-A8AB-0D1A-20B5-C338604C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DFF55-3729-B9F8-2552-4E36C5DE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566" y="1748875"/>
            <a:ext cx="3796427" cy="2228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Tuned XGBoost outperforms others.</a:t>
            </a:r>
          </a:p>
          <a:p>
            <a:r>
              <a:t>Confusion matrices show fewer errors.</a:t>
            </a:r>
          </a:p>
          <a:p>
            <a:r>
              <a:t>BMI, Weight, Height most important features.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69EDE-145C-27B5-F2FF-8E9AA447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B0313-BBA2-DC26-37DF-48B071D13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572" y="1935921"/>
            <a:ext cx="4127206" cy="18288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Confusion Matrices</a:t>
            </a:r>
          </a:p>
          <a:p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Feature Importance</a:t>
            </a:r>
          </a:p>
          <a:p>
            <a:r>
              <a:rPr dirty="0"/>
              <a:t>• Accuracy Comparison</a:t>
            </a:r>
          </a:p>
          <a:p>
            <a:r>
              <a:rPr dirty="0"/>
              <a:t>• Classification Heatmaps</a:t>
            </a:r>
          </a:p>
          <a:p>
            <a:r>
              <a:rPr dirty="0"/>
              <a:t>• BMI Distribution</a:t>
            </a:r>
          </a:p>
          <a:p>
            <a:r>
              <a:rPr dirty="0"/>
              <a:t>• PCA/UMAP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18CF6-401E-852F-3F56-18E500714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A31DC-03AA-B31A-5011-7A1394489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452" y="1685925"/>
            <a:ext cx="6029325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CA17-8CAA-2959-DC63-E24312B9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59B3-C335-51B1-16BE-1B216540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F3CC-10DC-8558-57B4-CEA80110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82018"/>
            <a:ext cx="4530402" cy="3113869"/>
          </a:xfrm>
        </p:spPr>
        <p:txBody>
          <a:bodyPr/>
          <a:lstStyle/>
          <a:p>
            <a:r>
              <a:rPr dirty="0"/>
              <a:t>• Confusion Matrices</a:t>
            </a:r>
          </a:p>
          <a:p>
            <a:r>
              <a:rPr dirty="0"/>
              <a:t>• Feature Importance</a:t>
            </a:r>
          </a:p>
          <a:p>
            <a:r>
              <a:rPr dirty="0"/>
              <a:t>• Accuracy Comparison</a:t>
            </a:r>
          </a:p>
          <a:p>
            <a:r>
              <a:rPr dirty="0"/>
              <a:t>• Classification Heatmaps</a:t>
            </a:r>
          </a:p>
          <a:p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BMI Distribution</a:t>
            </a:r>
            <a:r>
              <a:rPr lang="en-US" dirty="0">
                <a:solidFill>
                  <a:srgbClr val="FFC000"/>
                </a:solidFill>
              </a:rPr>
              <a:t> Box-plot</a:t>
            </a:r>
            <a:endParaRPr dirty="0">
              <a:solidFill>
                <a:srgbClr val="FFC000"/>
              </a:solidFill>
            </a:endParaRPr>
          </a:p>
          <a:p>
            <a:r>
              <a:rPr dirty="0"/>
              <a:t>• PCA/UMAP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A10AE-87B9-2476-00BD-064BF130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E88414-9FDE-1E69-8871-E4EB0AB5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81" y="1662112"/>
            <a:ext cx="62960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6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Tuned XGBoost ~98.58%</a:t>
            </a:r>
          </a:p>
          <a:p>
            <a:r>
              <a:t>• BMI dominant predictor</a:t>
            </a:r>
          </a:p>
          <a:p>
            <a:r>
              <a:t>• Strong class separability (PCA/UMAP)</a:t>
            </a:r>
          </a:p>
          <a:p>
            <a:r>
              <a:t>• Robust and generalizable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35544-8B55-8F82-10EF-CA30E44A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8FE60-7FB4-E576-C0BF-8E9525361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22" y="1657350"/>
            <a:ext cx="597217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Clinical Decision Support</a:t>
            </a:r>
          </a:p>
          <a:p>
            <a:r>
              <a:t>• Health Apps</a:t>
            </a:r>
          </a:p>
          <a:p>
            <a:r>
              <a:t>• Public Health Policy</a:t>
            </a:r>
          </a:p>
          <a:p>
            <a:r>
              <a:t>• Personalized Healthcare</a:t>
            </a:r>
          </a:p>
          <a:p>
            <a:r>
              <a:t>• Corporate Wellness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7D87C-1A6C-9FF1-2BCE-4B89FD984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Validate with real data</a:t>
            </a:r>
          </a:p>
          <a:p>
            <a:r>
              <a:t>• Prevent overfitting</a:t>
            </a:r>
          </a:p>
          <a:p>
            <a:r>
              <a:t>• Add SHAP for explainability</a:t>
            </a:r>
          </a:p>
          <a:p>
            <a:r>
              <a:t>• Explore LightGBM,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3E58C-7A68-C5EC-75D7-6FC3670A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dirty="0"/>
              <a:t>High-accuracy models and impactful insights.</a:t>
            </a:r>
          </a:p>
          <a:p>
            <a:r>
              <a:rPr dirty="0"/>
              <a:t>Supports public health and personalized care.</a:t>
            </a:r>
          </a:p>
          <a:p>
            <a:r>
              <a:rPr dirty="0"/>
              <a:t>Future-ready for research.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B490-D154-34CF-28A0-ACF35697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390</TotalTime>
  <Words>372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Obesity Prediction using Machine Learning</vt:lpstr>
      <vt:lpstr>Introduction</vt:lpstr>
      <vt:lpstr>Problem Statement</vt:lpstr>
      <vt:lpstr>Strategy</vt:lpstr>
      <vt:lpstr>Methodology: Data Exploration</vt:lpstr>
      <vt:lpstr>Baseline Model: XGBoost</vt:lpstr>
      <vt:lpstr>Tuned XGBoost Model</vt:lpstr>
      <vt:lpstr>Random Forest Comparison</vt:lpstr>
      <vt:lpstr>Model Evaluation</vt:lpstr>
      <vt:lpstr>Visualizations</vt:lpstr>
      <vt:lpstr>Visualizations</vt:lpstr>
      <vt:lpstr>Results Summary</vt:lpstr>
      <vt:lpstr>Practical Applications</vt:lpstr>
      <vt:lpstr>Challenges and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JaiSaiBaba</dc:creator>
  <cp:keywords/>
  <dc:description>generated using python-pptx</dc:description>
  <cp:lastModifiedBy>amita s</cp:lastModifiedBy>
  <cp:revision>6</cp:revision>
  <dcterms:created xsi:type="dcterms:W3CDTF">2013-01-27T09:14:16Z</dcterms:created>
  <dcterms:modified xsi:type="dcterms:W3CDTF">2025-06-22T06:24:24Z</dcterms:modified>
  <cp:category/>
</cp:coreProperties>
</file>